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Wireframes de l'application de recettes : mobile et PC, sans style graphique.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pistes de navigation pour le PC, une piste mobile, plus une variante calendrier du planificateur.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 — 3 onglets (Recettes / Planificateur / Courses), d'après le croquis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 — 3 onglets (Recettes / Planificateur / Courses), d'après le croquis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 — barre latérale + panneau de détail (mêmes données, écrans larges)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 — barre latérale + panneau de détail (mêmes données, écrans larges)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 — barre latérale + panneau de détail (mêmes données, écrans larges)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 (variante) — navigation en haut, planning et courses côte à côte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 — calendrier mensuel, puis fiche du jour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 — calendrier mensuel plein écran + fiche du jour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2026-08-26T12:50:25Z</dcterms:created>
  <dcterms:modified xsi:type="dcterms:W3CDTF">2026-08-26T12:50:25Z</dcterms:modified>
</cp:coreProperties>
</file>